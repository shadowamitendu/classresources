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80DA-79F6-46E8-9C83-F6E6ED83BBD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B10A0-63B1-463C-8174-0B8CBE6CE09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917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80DA-79F6-46E8-9C83-F6E6ED83BBD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B10A0-63B1-463C-8174-0B8CBE6CE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045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80DA-79F6-46E8-9C83-F6E6ED83BBD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B10A0-63B1-463C-8174-0B8CBE6CE09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555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80DA-79F6-46E8-9C83-F6E6ED83BBD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B10A0-63B1-463C-8174-0B8CBE6CE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145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80DA-79F6-46E8-9C83-F6E6ED83BBD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B10A0-63B1-463C-8174-0B8CBE6CE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40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80DA-79F6-46E8-9C83-F6E6ED83BBD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B10A0-63B1-463C-8174-0B8CBE6CE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87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80DA-79F6-46E8-9C83-F6E6ED83BBD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B10A0-63B1-463C-8174-0B8CBE6CE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973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CB180DA-79F6-46E8-9C83-F6E6ED83BBD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EB10A0-63B1-463C-8174-0B8CBE6CE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668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CB180DA-79F6-46E8-9C83-F6E6ED83BBD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EB10A0-63B1-463C-8174-0B8CBE6CE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390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80DA-79F6-46E8-9C83-F6E6ED83BBD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B10A0-63B1-463C-8174-0B8CBE6CE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406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80DA-79F6-46E8-9C83-F6E6ED83BBD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B10A0-63B1-463C-8174-0B8CBE6CE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648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CB180DA-79F6-46E8-9C83-F6E6ED83BBD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2EB10A0-63B1-463C-8174-0B8CBE6CE09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6964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293ED-CD80-4FA1-1716-E133D21EE7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sz="14900" dirty="0">
                <a:latin typeface="Degular Black" panose="020B0904050503060204" pitchFamily="34" charset="0"/>
              </a:rPr>
              <a:t>Self Assessment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7CA6E-799E-AF65-1459-0344A61AE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80" y="4455620"/>
            <a:ext cx="10058400" cy="1423972"/>
          </a:xfrm>
        </p:spPr>
        <p:txBody>
          <a:bodyPr>
            <a:normAutofit fontScale="85000" lnSpcReduction="10000"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b="1" dirty="0">
                <a:latin typeface="+mn-lt"/>
              </a:rPr>
              <a:t>Name</a:t>
            </a:r>
            <a:r>
              <a:rPr lang="en-IN" dirty="0">
                <a:latin typeface="+mn-lt"/>
              </a:rPr>
              <a:t>			: Amitendu Bikash Dhusiya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b="1" dirty="0">
                <a:latin typeface="+mn-lt"/>
              </a:rPr>
              <a:t>Roll No</a:t>
            </a:r>
            <a:r>
              <a:rPr lang="en-IN" dirty="0">
                <a:latin typeface="+mn-lt"/>
              </a:rPr>
              <a:t>		: 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15242723010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b="1" dirty="0">
                <a:latin typeface="+mn-lt"/>
              </a:rPr>
              <a:t>Paper Name</a:t>
            </a:r>
            <a:r>
              <a:rPr lang="en-IN" dirty="0">
                <a:latin typeface="+mn-lt"/>
              </a:rPr>
              <a:t>	: Career Planning and Management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b="1" dirty="0">
                <a:latin typeface="+mn-lt"/>
              </a:rPr>
              <a:t>Paper Code</a:t>
            </a:r>
            <a:r>
              <a:rPr lang="en-IN" dirty="0">
                <a:latin typeface="+mn-lt"/>
              </a:rPr>
              <a:t>	: 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MIM601A</a:t>
            </a:r>
          </a:p>
        </p:txBody>
      </p:sp>
    </p:spTree>
    <p:extLst>
      <p:ext uri="{BB962C8B-B14F-4D97-AF65-F5344CB8AC3E}">
        <p14:creationId xmlns:p14="http://schemas.microsoft.com/office/powerpoint/2010/main" val="1775390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4FC1C-F218-7083-C162-81A117E0B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IN" dirty="0"/>
              <a:t>Goal Setting: </a:t>
            </a:r>
            <a:br>
              <a:rPr lang="en-IN" dirty="0"/>
            </a:br>
            <a:r>
              <a:rPr lang="en-IN" dirty="0">
                <a:latin typeface="Euclid Circular B" panose="020B0504000000000000" pitchFamily="34" charset="0"/>
                <a:ea typeface="Euclid Circular B" panose="020B0504000000000000" pitchFamily="34" charset="0"/>
              </a:rPr>
              <a:t>How to Set Your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2E35F-0591-F538-E3E5-25A24A100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lvl="1">
              <a:lnSpc>
                <a:spcPct val="100000"/>
              </a:lnSpc>
            </a:pPr>
            <a:r>
              <a:rPr lang="en-IN" sz="2000" b="1" dirty="0"/>
              <a:t>Identify</a:t>
            </a:r>
            <a:r>
              <a:rPr lang="en-IN" sz="2000" dirty="0"/>
              <a:t> your </a:t>
            </a:r>
            <a:r>
              <a:rPr lang="en-IN" sz="2000" i="1" dirty="0"/>
              <a:t>long-term</a:t>
            </a:r>
            <a:r>
              <a:rPr lang="en-IN" sz="2000" dirty="0"/>
              <a:t> </a:t>
            </a:r>
            <a:r>
              <a:rPr lang="en-IN" sz="2000" b="1" dirty="0"/>
              <a:t>career objective</a:t>
            </a:r>
          </a:p>
          <a:p>
            <a:pPr lvl="1">
              <a:lnSpc>
                <a:spcPct val="100000"/>
              </a:lnSpc>
            </a:pPr>
            <a:r>
              <a:rPr lang="en-IN" sz="2000" b="1" dirty="0"/>
              <a:t>Break</a:t>
            </a:r>
            <a:r>
              <a:rPr lang="en-IN" sz="2000" dirty="0"/>
              <a:t> the </a:t>
            </a:r>
            <a:r>
              <a:rPr lang="en-IN" sz="2000" b="1" dirty="0"/>
              <a:t>main goal</a:t>
            </a:r>
            <a:r>
              <a:rPr lang="en-IN" sz="2000" dirty="0"/>
              <a:t> into </a:t>
            </a:r>
            <a:r>
              <a:rPr lang="en-IN" sz="2000" b="1" dirty="0"/>
              <a:t>short-term </a:t>
            </a:r>
            <a:r>
              <a:rPr lang="en-IN" sz="2000" i="1" dirty="0"/>
              <a:t>achievable</a:t>
            </a:r>
            <a:r>
              <a:rPr lang="en-IN" sz="2000" dirty="0"/>
              <a:t> </a:t>
            </a:r>
            <a:r>
              <a:rPr lang="en-IN" sz="2000" b="1" dirty="0"/>
              <a:t>goals</a:t>
            </a:r>
          </a:p>
          <a:p>
            <a:pPr lvl="1">
              <a:lnSpc>
                <a:spcPct val="100000"/>
              </a:lnSpc>
            </a:pPr>
            <a:r>
              <a:rPr lang="en-IN" sz="2000" dirty="0"/>
              <a:t>Set </a:t>
            </a:r>
            <a:r>
              <a:rPr lang="en-IN" sz="2000" b="1" dirty="0"/>
              <a:t>SMART</a:t>
            </a:r>
            <a:r>
              <a:rPr lang="en-IN" sz="2000" dirty="0"/>
              <a:t> goals (</a:t>
            </a:r>
            <a:r>
              <a:rPr lang="en-IN" sz="2000" i="1" dirty="0"/>
              <a:t>Specific, Measurable, Achievable, Relevant, Time-bound</a:t>
            </a:r>
            <a:r>
              <a:rPr lang="en-IN" sz="2000" dirty="0"/>
              <a:t>)</a:t>
            </a:r>
          </a:p>
          <a:p>
            <a:pPr lvl="1">
              <a:lnSpc>
                <a:spcPct val="100000"/>
              </a:lnSpc>
            </a:pPr>
            <a:r>
              <a:rPr lang="en-IN" sz="2000" i="1" dirty="0"/>
              <a:t>Regularly</a:t>
            </a:r>
            <a:r>
              <a:rPr lang="en-IN" sz="2000" dirty="0"/>
              <a:t> </a:t>
            </a:r>
            <a:r>
              <a:rPr lang="en-IN" sz="2000" b="1" dirty="0"/>
              <a:t>review</a:t>
            </a:r>
            <a:r>
              <a:rPr lang="en-IN" sz="2000" dirty="0"/>
              <a:t> and </a:t>
            </a:r>
            <a:r>
              <a:rPr lang="en-IN" sz="2000" b="1" dirty="0"/>
              <a:t>adjust</a:t>
            </a:r>
            <a:r>
              <a:rPr lang="en-IN" sz="2000" dirty="0"/>
              <a:t> </a:t>
            </a:r>
            <a:r>
              <a:rPr lang="en-IN" sz="2000" b="1" dirty="0"/>
              <a:t>goals</a:t>
            </a:r>
          </a:p>
          <a:p>
            <a:pPr lvl="1">
              <a:lnSpc>
                <a:spcPct val="100000"/>
              </a:lnSpc>
            </a:pPr>
            <a:r>
              <a:rPr lang="en-IN" sz="2000" dirty="0"/>
              <a:t>Stay </a:t>
            </a:r>
            <a:r>
              <a:rPr lang="en-IN" sz="2000" b="1" dirty="0"/>
              <a:t>motivated</a:t>
            </a:r>
            <a:r>
              <a:rPr lang="en-IN" sz="2000" dirty="0"/>
              <a:t> and </a:t>
            </a:r>
            <a:r>
              <a:rPr lang="en-IN" sz="2000" b="1" dirty="0"/>
              <a:t>disciplined</a:t>
            </a:r>
          </a:p>
          <a:p>
            <a:pPr lvl="1">
              <a:lnSpc>
                <a:spcPct val="100000"/>
              </a:lnSpc>
            </a:pPr>
            <a:r>
              <a:rPr lang="en-IN" sz="2000" b="1" dirty="0"/>
              <a:t>Example</a:t>
            </a:r>
            <a:r>
              <a:rPr lang="en-IN" sz="2000" dirty="0"/>
              <a:t>:</a:t>
            </a:r>
          </a:p>
          <a:p>
            <a:pPr lvl="2">
              <a:lnSpc>
                <a:spcPct val="100000"/>
              </a:lnSpc>
            </a:pPr>
            <a:r>
              <a:rPr lang="en-IN" sz="1600" dirty="0"/>
              <a:t>To build a career as a Software Developer, UI/UX Designer, and Educator through continuous improvement of programming skills and completion of relevant certifications.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15622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3F68A-457F-A923-FE98-AF1189873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IN" dirty="0"/>
              <a:t>Strength Analysis:</a:t>
            </a:r>
            <a:br>
              <a:rPr lang="en-IN" dirty="0"/>
            </a:br>
            <a:r>
              <a:rPr lang="en-IN" dirty="0">
                <a:latin typeface="Euclid Circular B" panose="020B0504000000000000" pitchFamily="34" charset="0"/>
                <a:ea typeface="Euclid Circular B" panose="020B0504000000000000" pitchFamily="34" charset="0"/>
              </a:rPr>
              <a:t>Identify Your Strengths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EFBB6-AB7C-E577-35F4-D3CADF27E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 anchor="ctr"/>
          <a:lstStyle/>
          <a:p>
            <a:pPr lvl="1">
              <a:lnSpc>
                <a:spcPct val="100000"/>
              </a:lnSpc>
            </a:pPr>
            <a:r>
              <a:rPr lang="en-IN" b="1" dirty="0"/>
              <a:t>Strong</a:t>
            </a:r>
            <a:r>
              <a:rPr lang="en-IN" dirty="0"/>
              <a:t> </a:t>
            </a:r>
            <a:r>
              <a:rPr lang="en-IN" i="1" dirty="0"/>
              <a:t>communication</a:t>
            </a:r>
            <a:r>
              <a:rPr lang="en-IN" dirty="0"/>
              <a:t> </a:t>
            </a:r>
            <a:r>
              <a:rPr lang="en-IN" b="1" dirty="0"/>
              <a:t>skills</a:t>
            </a:r>
          </a:p>
          <a:p>
            <a:pPr lvl="1">
              <a:lnSpc>
                <a:spcPct val="100000"/>
              </a:lnSpc>
            </a:pPr>
            <a:r>
              <a:rPr lang="en-IN" b="1" dirty="0"/>
              <a:t>Ability</a:t>
            </a:r>
            <a:r>
              <a:rPr lang="en-IN" dirty="0"/>
              <a:t> to </a:t>
            </a:r>
            <a:r>
              <a:rPr lang="en-IN" b="1" dirty="0"/>
              <a:t>learn</a:t>
            </a:r>
            <a:r>
              <a:rPr lang="en-IN" dirty="0"/>
              <a:t> </a:t>
            </a:r>
            <a:r>
              <a:rPr lang="en-IN" b="1" dirty="0"/>
              <a:t>new technologies quickly</a:t>
            </a:r>
          </a:p>
          <a:p>
            <a:pPr lvl="1">
              <a:lnSpc>
                <a:spcPct val="100000"/>
              </a:lnSpc>
            </a:pPr>
            <a:r>
              <a:rPr lang="en-IN" b="1" dirty="0"/>
              <a:t>Problem-solving</a:t>
            </a:r>
            <a:r>
              <a:rPr lang="en-IN" dirty="0"/>
              <a:t> and </a:t>
            </a:r>
            <a:r>
              <a:rPr lang="en-IN" b="1" dirty="0"/>
              <a:t>logical thinking</a:t>
            </a:r>
          </a:p>
          <a:p>
            <a:pPr lvl="1">
              <a:lnSpc>
                <a:spcPct val="100000"/>
              </a:lnSpc>
            </a:pPr>
            <a:r>
              <a:rPr lang="en-IN" b="1" dirty="0"/>
              <a:t>Time management </a:t>
            </a:r>
            <a:r>
              <a:rPr lang="en-IN" dirty="0"/>
              <a:t>and </a:t>
            </a:r>
            <a:r>
              <a:rPr lang="en-IN" b="1" dirty="0"/>
              <a:t>discipline</a:t>
            </a:r>
          </a:p>
          <a:p>
            <a:pPr lvl="1">
              <a:lnSpc>
                <a:spcPct val="100000"/>
              </a:lnSpc>
            </a:pPr>
            <a:r>
              <a:rPr lang="en-IN" b="1" dirty="0"/>
              <a:t>Teamwork</a:t>
            </a:r>
            <a:r>
              <a:rPr lang="en-IN" dirty="0"/>
              <a:t> and </a:t>
            </a:r>
            <a:r>
              <a:rPr lang="en-IN" b="1" dirty="0"/>
              <a:t>adaptability</a:t>
            </a:r>
            <a:endParaRPr lang="en-IN" dirty="0"/>
          </a:p>
          <a:p>
            <a:pPr lvl="1">
              <a:lnSpc>
                <a:spcPct val="100000"/>
              </a:lnSpc>
            </a:pPr>
            <a:r>
              <a:rPr lang="en-IN" b="1" dirty="0"/>
              <a:t>Example</a:t>
            </a:r>
            <a:r>
              <a:rPr lang="en-IN" dirty="0"/>
              <a:t>:</a:t>
            </a:r>
          </a:p>
          <a:p>
            <a:pPr lvl="2">
              <a:lnSpc>
                <a:spcPct val="100000"/>
              </a:lnSpc>
            </a:pPr>
            <a:r>
              <a:rPr lang="en-IN" dirty="0"/>
              <a:t>Strength identification plays a crucial role in choosing a suitable career path that matches one’s abilities, interests, and competencies.</a:t>
            </a:r>
          </a:p>
        </p:txBody>
      </p:sp>
    </p:spTree>
    <p:extLst>
      <p:ext uri="{BB962C8B-B14F-4D97-AF65-F5344CB8AC3E}">
        <p14:creationId xmlns:p14="http://schemas.microsoft.com/office/powerpoint/2010/main" val="2685189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B81B-0C44-A76B-A530-DC59BDC60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IN" dirty="0"/>
              <a:t>Weakness Analysis:</a:t>
            </a:r>
            <a:br>
              <a:rPr lang="en-IN" dirty="0"/>
            </a:br>
            <a:r>
              <a:rPr lang="en-IN" dirty="0">
                <a:latin typeface="Euclid Circular B" panose="020B0504000000000000" pitchFamily="34" charset="0"/>
                <a:ea typeface="Euclid Circular B" panose="020B0504000000000000" pitchFamily="34" charset="0"/>
              </a:rPr>
              <a:t>Identify Your Weaknesses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18C3E4-7096-0BDB-4627-E09D86EEC3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400" b="1" dirty="0"/>
              <a:t>The Weakness:</a:t>
            </a:r>
          </a:p>
          <a:p>
            <a:pPr lvl="1">
              <a:lnSpc>
                <a:spcPct val="100000"/>
              </a:lnSpc>
            </a:pPr>
            <a:r>
              <a:rPr lang="en-IN" sz="2000" dirty="0"/>
              <a:t>Lack of practical experience</a:t>
            </a:r>
          </a:p>
          <a:p>
            <a:pPr lvl="1">
              <a:lnSpc>
                <a:spcPct val="100000"/>
              </a:lnSpc>
            </a:pPr>
            <a:r>
              <a:rPr lang="en-IN" sz="2000" dirty="0"/>
              <a:t>Fear of public speaking</a:t>
            </a:r>
          </a:p>
          <a:p>
            <a:pPr lvl="1">
              <a:lnSpc>
                <a:spcPct val="100000"/>
              </a:lnSpc>
            </a:pPr>
            <a:r>
              <a:rPr lang="en-IN" sz="2000" dirty="0"/>
              <a:t>Difficulty in managing stress</a:t>
            </a:r>
          </a:p>
          <a:p>
            <a:pPr lvl="1">
              <a:lnSpc>
                <a:spcPct val="100000"/>
              </a:lnSpc>
            </a:pPr>
            <a:r>
              <a:rPr lang="en-IN" sz="2000" dirty="0"/>
              <a:t>Procrastination at times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F6C10C-A22F-2D53-92E2-FA2B5A532F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400" b="1" dirty="0"/>
              <a:t>Improvement Strategy:</a:t>
            </a:r>
            <a:endParaRPr lang="en-IN" sz="2400" dirty="0"/>
          </a:p>
          <a:p>
            <a:pPr lvl="1">
              <a:lnSpc>
                <a:spcPct val="100000"/>
              </a:lnSpc>
            </a:pPr>
            <a:r>
              <a:rPr lang="en-IN" sz="2000" dirty="0"/>
              <a:t>Practice regularly</a:t>
            </a:r>
          </a:p>
          <a:p>
            <a:pPr lvl="1">
              <a:lnSpc>
                <a:spcPct val="100000"/>
              </a:lnSpc>
            </a:pPr>
            <a:r>
              <a:rPr lang="en-IN" sz="2000" dirty="0"/>
              <a:t>Seek guidance and training</a:t>
            </a:r>
          </a:p>
          <a:p>
            <a:pPr lvl="1">
              <a:lnSpc>
                <a:spcPct val="100000"/>
              </a:lnSpc>
            </a:pPr>
            <a:r>
              <a:rPr lang="en-IN" sz="2000" dirty="0"/>
              <a:t>Improve time management</a:t>
            </a:r>
          </a:p>
          <a:p>
            <a:pPr lvl="1">
              <a:lnSpc>
                <a:spcPct val="100000"/>
              </a:lnSpc>
            </a:pPr>
            <a:r>
              <a:rPr lang="en-IN" sz="2000" dirty="0"/>
              <a:t>Work on confidence building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3890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3DC4D-7454-E537-09B7-C238B1AF4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16600" dirty="0">
                <a:latin typeface="Blimone ExtBd Inktrap" panose="00000900000000000000" pitchFamily="2" charset="0"/>
                <a:ea typeface="Blimone ExtBd Inktrap" panose="00000900000000000000" pitchFamily="2" charset="0"/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182951414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Sharp + Display">
      <a:majorFont>
        <a:latin typeface="Euclid Circular B SemiBold"/>
        <a:ea typeface=""/>
        <a:cs typeface=""/>
      </a:majorFont>
      <a:minorFont>
        <a:latin typeface="Inter Display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81</TotalTime>
  <Words>197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Blimone ExtBd Inktrap</vt:lpstr>
      <vt:lpstr>Calibri</vt:lpstr>
      <vt:lpstr>Degular Black</vt:lpstr>
      <vt:lpstr>Euclid Circular B</vt:lpstr>
      <vt:lpstr>Euclid Circular B SemiBold</vt:lpstr>
      <vt:lpstr>Inter Display</vt:lpstr>
      <vt:lpstr>JetBrains Mono</vt:lpstr>
      <vt:lpstr>Retrospect</vt:lpstr>
      <vt:lpstr>Self Assessment</vt:lpstr>
      <vt:lpstr>Goal Setting:  How to Set Your Goal</vt:lpstr>
      <vt:lpstr>Strength Analysis: Identify Your Strengths</vt:lpstr>
      <vt:lpstr>Weakness Analysis: Identify Your Weaknesses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Amitendu Bikash Dhusiya</dc:creator>
  <cp:lastModifiedBy>Amitendu Bikash Dhusiya</cp:lastModifiedBy>
  <cp:revision>2</cp:revision>
  <dcterms:created xsi:type="dcterms:W3CDTF">2026-02-01T19:03:40Z</dcterms:created>
  <dcterms:modified xsi:type="dcterms:W3CDTF">2026-02-02T13:14:18Z</dcterms:modified>
</cp:coreProperties>
</file>